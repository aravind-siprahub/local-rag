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4114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ENTERPRISE AI PORTFOLIO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1A1A1A"/>
                </a:solidFill>
                <a:latin typeface="Calibri"/>
              </a:rPr>
              <a:t>SipraHub Fully Local RAG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D3D3D"/>
                </a:solidFill>
                <a:latin typeface="Calibri"/>
              </a:rPr>
              <a:t>100% On-Premise Sovereign Knowledge Retrieval &amp; Air-Gapped AI</a:t>
            </a:r>
          </a:p>
          <a:p>
            <a:pPr>
              <a:spcBef>
                <a:spcPts val="1600"/>
              </a:spcBef>
            </a:pPr>
            <a:r>
              <a:rPr sz="1100">
                <a:solidFill>
                  <a:srgbClr val="7A7A7A"/>
                </a:solidFill>
                <a:latin typeface="Calibri"/>
              </a:rPr>
              <a:t>A completely air-gapped enterprise RAG platform running 100% locally on private infrastructure with zero cloud dependencies, zero external API costs, and zero data leakage.</a:t>
            </a:r>
          </a:p>
          <a:p>
            <a:pPr>
              <a:spcBef>
                <a:spcPts val="22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CATEGORY: </a:t>
            </a:r>
            <a:r>
              <a:rPr sz="950">
                <a:solidFill>
                  <a:srgbClr val="CE2124"/>
                </a:solidFill>
                <a:latin typeface="Calibri"/>
              </a:rPr>
              <a:t>Fully Local RAG | 100% On-Premise | Air-Gapped Data Sovereignty</a:t>
            </a:r>
          </a:p>
        </p:txBody>
      </p:sp>
      <p:pic>
        <p:nvPicPr>
          <p:cNvPr id="3" name="Picture 2" descr="hero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640080"/>
            <a:ext cx="3931920" cy="3840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Executive Summary: 100% Sovereign On-Premise Intelligence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SipraHub developed a 100% Fully Local Retrieval-Augmented Generation platform. Every component—from document ingestion and vector embeddings to neural reranking and LLM inference—executes strictly within private on-premise hardware.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100%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Air-Gapped Privacy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Zero external network requests; zero document text or embeddings leave the local 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$0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Recurring API Cost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Eliminates monthly third-party cloud LLM subscription and token billing completely.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0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Fabricated Policies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Strict local anti-hallucination prompt guardrails suppress unstated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13+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Document Formats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Local parsing for PDF, DOCX, XLSX, PPTX, Markdown, and text on private disks.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Why Public Cloud AI Violates Enterprise Sovereignty</a:t>
            </a:r>
          </a:p>
          <a:p>
            <a:r>
              <a:rPr sz="1100">
                <a:solidFill>
                  <a:srgbClr val="3D3D3D"/>
                </a:solidFill>
                <a:latin typeface="Calibri"/>
              </a:rPr>
              <a:t>Sending internal business documents, PRDs, and personnel frameworks to cloud LLMs creates immense organizational liability.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Confidential IP Exposure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Uploading proprietary source code, roadmap documents, and HR policies to cloud AI endpoints violates corporate governance and client confidentiality agreements.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Regulatory Compliance Non-Viability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Defense, finance, healthcare, and enterprise IT contracts strictly mandate air-gapped data residency that public cloud AI APIs cannot satisfy.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Runaway Token Billing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Enterprise-wide document queries generate millions of tokens per month, resulting in unpredictable and exorbitant third-party API subscription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External Outages &amp; Cloud Dependency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Cloud AI services experience frequent latency degradation and downtime, stalling critical internal employee workflows and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SipraHub 100% Local RAG Solution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A complete, self-contained generative retrieval engine designed to run entirely on private company infrastructure with zero cloud exposure.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OmniRoute Local AI Gateway: </a:t>
            </a:r>
            <a:r>
              <a:rPr sz="1000">
                <a:solidFill>
                  <a:srgbClr val="3D3D3D"/>
                </a:solidFill>
                <a:latin typeface="Calibri"/>
              </a:rPr>
              <a:t>Routes all LLM inference through a local gateway (http://127.0.0.1:20128/v1) running Qwen 3: 8B — zero external token billing.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nomic-embed-text 768d Embeddings: </a:t>
            </a:r>
            <a:r>
              <a:rPr sz="1000">
                <a:solidFill>
                  <a:srgbClr val="3D3D3D"/>
                </a:solidFill>
                <a:latin typeface="Calibri"/>
              </a:rPr>
              <a:t>Generates dense 768-dimensional semantic vectors locally via Ollama; written directly to pgvector — never leaves the private network.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On-Premise PostgreSQL + pgvector: </a:t>
            </a:r>
            <a:r>
              <a:rPr sz="1000">
                <a:solidFill>
                  <a:srgbClr val="3D3D3D"/>
                </a:solidFill>
                <a:latin typeface="Calibri"/>
              </a:rPr>
              <a:t>Stores all document chunks and VECTOR(768) embeddings inside a private on-premise PostgreSQL instance with tsvector full-text indexing.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FlashRank Neural Cross-Encoder: </a:t>
            </a:r>
            <a:r>
              <a:rPr sz="1000">
                <a:solidFill>
                  <a:srgbClr val="3D3D3D"/>
                </a:solidFill>
                <a:latin typeface="Calibri"/>
              </a:rPr>
              <a:t>ms-marco-TinyBERT-L-2-v2 reranks top-30 hybrid candidates to top-10 high-precision passages fully on CPU.</a:t>
            </a:r>
          </a:p>
        </p:txBody>
      </p:sp>
      <p:pic>
        <p:nvPicPr>
          <p:cNvPr id="4" name="Picture 3" descr="hero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731520"/>
            <a:ext cx="3840480" cy="37490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Enterprise Workspace Running on Local Intranet</a:t>
            </a:r>
          </a:p>
        </p:txBody>
      </p:sp>
      <p:pic>
        <p:nvPicPr>
          <p:cNvPr id="4" name="Picture 3" descr="doc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475488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280160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96128" y="1353312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1. Local Document Vault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Employees upload documents stored directly on local private disks, isolated from the public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084831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6128" y="2157984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2. Real-Time Local Streaming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Responses stream word-by-word with immediate feedback directly from the local Ollama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889503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8" y="2962656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3. Verifiable Local Citations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Every response features clickable source pills mapping directly to local file chunks and version 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694176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3767328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4. Air-Gapped Anti-Hallucination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Strict grounding prompts enforce that unstated company policies are refused rather than fabricated.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LOCAL RAG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100% Fully Local Enterprise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Agentic 10-Route Intent Router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Rule-based router (zero LLM overhead) classifies queries into 10 routes: DOCUMENT_QA, SUMMARY, WEB, CALCULATOR, HYBRID, GENERAL, DIRECT, and more.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Hybrid RRF Search + Reranking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Reciprocal Rank Fusion merges pgvector cosine + tsvector keyword results; FlashRank TinyBERT reranks top-30 → top-10 on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OmniRoute Streaming Generation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Real-time token-by-token SSE streaming via local OmniRoute gateway; thinking-block filtered before client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13-Format Local Document Parsing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Native in-process parsing: PDF (PyMuPDF+pypdf), DOCX, XLSX, PPTX, MD, CSV, JSON, LOG, HTML — zero cloud converters.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Verifiable Source Citations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Every answer embeds chunk_id, document_version_id, similarity score, and section title for audit-trail compliance.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Long-Term Conversation Memory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Rule-based extractor captures user facts and preferences post-response; top-5 memories injected via cosine retrieval (threshold 0.75).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AIR-GAPPED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100% On-Premise Air-Gapped Architecture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8046720" cy="3337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LOCAL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Local Ingestion &amp; Query Resolution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1. Upload &amp; Store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File stored on private local disk; SHA-256 content hash computed locally to prevent duplicate re-embedding.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1952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75104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2. Parse &amp; Chunk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PyMuPDF/pypdf/docx extraction → 1500-char sliding window (300 overlap) with paragraph-boundary preference.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3. Embed &amp; Index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nomic-embed-text 768d vectors generated locally by Ollama; stored in on-premise pgvector VECTOR(768) column.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4. Intent Route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Rule-based router classifies query into 1 of 10 routes in &lt;1ms with zero LLM overhead; DOCUMENT_QA triggers hybrid retrieval.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5. Hybrid RRF Rerank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pgvector cosine + tsvector merged via RRF; FlashRank TinyBERT reranks top-30 → top-10 on CPU.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6. Stream Answer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OmniRoute Qwen 3: 8B streams tokens via SSE; thinking-tags filtered real-time; citations appended.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Tangible Business Value of Fully Local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$0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Monthly API Billing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Zero recurring token subscription fees, shielding enterprise budgets from fluctuating cloud AI pricing.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100%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Data Sovereignty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Guarantees complete compliance with strict internal IP policies, defense standards, and privacy mandates.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Fabricated Policies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Strict local document grounding eliminates employee confusion caused by hallucinated HR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0 B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External Data Egress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Zero bytes leave the private enterprise network, guaranteeing total confidentiality.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AIR-GAPPED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Air-Gapped Security Controls &amp; Enterprise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100% Private Vector Store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Embeddings and document text reside inside private on-premise PostgreSQL tables, completely isolated from multi-tenant cloud AI systems or external training scrapers.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002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Cryptographic JWT Authentication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Secure user sessions authenticated via cryptographically signed JWT tokens with bcrypt password hashing and 32-character minimum secret enforcement.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7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Prompt Injection Neutralization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Local prompt shields instruct the LLM to treat document content strictly as untrusted data, preventing adversarial jailbreaks embedded in user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01752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315467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Zero Telemetry &amp; External Logging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The entire stack is configured with zero external telemetry, zero ping-backs, and zero data capture, guaranteeing complete organizational privacy.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Operational Paradigm Shift: Cloud AI vs 100% Local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A7A7A"/>
                </a:solidFill>
                <a:latin typeface="Calibri"/>
              </a:rPr>
              <a:t>TRADITIONAL / CLOUD AI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Confidential documents uploaded to third-party cloud APIs.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Monthly recurring per-token subscription and usage bills.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Public models hallucinating non-existent enterprise rules.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Zero traceability or verified document paragraph citations.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Vulnerable to external vendor service outages and API deprecations.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3017520"/>
          </a:xfrm>
          <a:prstGeom prst="roundRect">
            <a:avLst/>
          </a:prstGeom>
          <a:solidFill>
            <a:srgbClr val="FEF2F2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E2124"/>
                </a:solidFill>
                <a:latin typeface="Calibri"/>
              </a:rPr>
              <a:t>SIPRAHUB 100% LOCAL RAG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100% Air-gapped on-premise execution with zero data egress.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Zero token billing; runs on owned private hardware.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Strict anti-hallucination prompts; unstated rules refused.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Deterministic clickable citations with chunk-level auditability.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Autonomous, resilient, and immune to internet or cloud outages.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VALUE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Enterprise Value Delivered by Fully Local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Absolute Data Sovereignty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Eliminates legal and compliance barriers by guaranteeing company IP never leaves private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Predictable TCO &amp; Zero API Fees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One-time hardware deployment cost with zero recurring SaaS subscriptions or per-query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Auditable Fact Grounding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Every answer cites exact document titles, version hashes, and chunk IDs for verifiable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Multi-Format Parsing on Disk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Direct local ingestion of Word, PDF, Excel, and Markdown files without cloud document converters.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Paragraph-Aware Chunking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1500-character sliding window with paragraph preservation ensures complete policy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Self-Contained Local UI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Responsive React 18 interface with real-time SSE streaming running entirely on the company intranet.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ON-PREMISE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On-Premise Enterprise Scaling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1 (Q1)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On-Premise RBAC &amp; Auth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Document-level Role-Based Access Control (RBAC).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Local Active Directory / LDAP enterprise SSO.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Departmental workspace isolation on private disk.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2 (Q2)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Local OCR &amp; Multi-Hop Agents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PaddleOCR pipeline for scanned physical documents.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Local multi-hop reasoning agents for complex QA.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Local visual analysis for diagrams and blueprints.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3 (Q3)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Dedicated GPU Acceleration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Dedicated on-premise RTX/A-series GPU provisioning.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Sub-10-second end-to-end local generation.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Automated continuous evaluation CI/CD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LOCAL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100% Fully Local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Frontend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React 18 + TypeScript + Vite, Zustand state, Axios, EventSource SSE streaming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Backend API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FastAPI (Python 3.12), Pydantic v2, SQLAlchemy 2.0 async (psycopg3), Uvicorn ASGI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Vector Database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On-premise PostgreSQL + pgvector VECTOR(768), tsvector full-text + GIN index, private local disk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AI Gateway + LLM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OmniRoute local gateway (port 20128) → Qwen3:8b; Qwen3-VL:4b vision; CPU fallback via Ollama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Retrieval &amp; Reranking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Hybrid RRF (pgvector cosine + tsvector), FlashRank ms-marco-TinyBERT-L-2-v2 cross-encoder on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Ingestion &amp; Parsing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PyMuPDF + pypdf, python-docx, openpyxl, python-pptx, 13 formats, on-premise local file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8046720" cy="379476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Complete Data Sovereignty. Total Privacy. Zero Cloud Dependency.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3D3D3D"/>
                </a:solidFill>
                <a:latin typeface="Calibri"/>
              </a:rPr>
              <a:t>SipraHub Fully Local RAG empowers enterprises to harness conversational intelligence with complete confidence that proprietary documents never leave private infrastructure.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- 100% Private Execution: All LLM inference runs through local OmniRoute gateway — zero external token billing.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Agentic 10-Route Intelligence: Rule-based intent router dispatches DOCUMENT_QA, WEB, CALCULATOR, HYBRID and 6 more routes.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Verifiable Source Citations: Every answer cites chunk_id, document_version_id, similarity score, and section title.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Enterprise-Grade Security: JWT HS256 auth, prompt injection neutralization, bcrypt hashing, zero telemetry.</a:t>
            </a:r>
          </a:p>
          <a:p>
            <a:pPr>
              <a:spcBef>
                <a:spcPts val="2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SipraHub  |  AI-Driven Digital Transformation  |  </a:t>
            </a:r>
            <a:r>
              <a:rPr sz="1100" b="1">
                <a:solidFill>
                  <a:srgbClr val="CE2124"/>
                </a:solidFill>
                <a:latin typeface="Calibri"/>
              </a:rPr>
              <a:t>www.siprahub.com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