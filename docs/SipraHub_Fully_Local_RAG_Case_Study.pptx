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4114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ENTERPRISE AI PORTFOLIO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1A1A1A"/>
                </a:solidFill>
                <a:latin typeface="Calibri"/>
              </a:rPr>
              <a:t>SipraHub Fully Local RAG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100% On-Premise Sovereign Knowledge Retrieval &amp; Air-Gapped AI</a:t>
            </a:r>
          </a:p>
          <a:p>
            <a:pPr>
              <a:spcBef>
                <a:spcPts val="1600"/>
              </a:spcBef>
            </a:pPr>
            <a:r>
              <a:rPr sz="1100">
                <a:solidFill>
                  <a:srgbClr val="7A7A7A"/>
                </a:solidFill>
                <a:latin typeface="Calibri"/>
              </a:rPr>
              <a:t>A completely air-gapped enterprise RAG platform running 100% locally on private infrastructure with zero cloud dependencies, zero external API costs, and zero data leakage.</a:t>
            </a:r>
          </a:p>
          <a:p>
            <a:pPr>
              <a:spcBef>
                <a:spcPts val="22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CATEGORY: </a:t>
            </a:r>
            <a:r>
              <a:rPr sz="950">
                <a:solidFill>
                  <a:srgbClr val="CE2124"/>
                </a:solidFill>
                <a:latin typeface="Calibri"/>
              </a:rPr>
              <a:t>Fully Local RAG | 100% On-Premise | Air-Gapped Data Sovereignty</a:t>
            </a:r>
          </a:p>
        </p:txBody>
      </p:sp>
      <p:pic>
        <p:nvPicPr>
          <p:cNvPr id="3" name="Picture 2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40080"/>
            <a:ext cx="3931920" cy="3840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Executive Summary: 100% Sovereign On-Premise Intelligence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SipraHub developed a 100% Fully Local Retrieval-Augmented Generation platform. Every component—from document ingestion and vector embeddings to neural reranking and LLM inference—executes strictly within private on-premise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Air-Gapped Privacy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Zero external network requests; zero document text or embeddings leave the local 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$0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Recurring API Cost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Eliminates monthly third-party cloud LLM subscription and token billing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Strict local anti-hallucination prompt guardrails suppress unstated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13+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Document Formats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Local parsing for PDF, DOCX, XLSX, PPTX, Markdown, and text on private disks.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Why Public Cloud AI Violates Enterprise Sovereignty</a:t>
            </a:r>
          </a:p>
          <a:p>
            <a:r>
              <a:rPr sz="1100">
                <a:solidFill>
                  <a:srgbClr val="3D3D3D"/>
                </a:solidFill>
                <a:latin typeface="Calibri"/>
              </a:rPr>
              <a:t>Sending internal business documents, PRDs, and personnel frameworks to cloud LLMs creates immense organizational 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Confidential IP Exposure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Uploading proprietary source code, roadmap documents, and HR policies to cloud AI endpoints violates corporate governance and client confidentiality agreements.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Regulatory Compliance Non-Viability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Defense, finance, healthcare, and enterprise IT contracts strictly mandate air-gapped data residency that public cloud AI APIs cannot satisfy.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Runaway Token Billing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Enterprise-wide document queries generate millions of tokens per month, resulting in unpredictable and exorbitant third-party API subscription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External Outages &amp; Cloud Dependency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Cloud AI services experience frequent latency degradation and downtime, stalling critical internal employee workflows and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SipraHub 100% Local RAG Solution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A complete, self-contained generative retrieval engine designed to run entirely on private company infrastructure with zero cloud exposure.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Local Ollama LLM Engine: </a:t>
            </a:r>
            <a:r>
              <a:rPr sz="1000">
                <a:solidFill>
                  <a:srgbClr val="3D3D3D"/>
                </a:solidFill>
                <a:latin typeface="Calibri"/>
              </a:rPr>
              <a:t>Executes Qwen 3: 8B entirely on local compute, ensuring company prompts and retrieved passages never leave the host machine.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Local nomic-embed-text (768d): </a:t>
            </a:r>
            <a:r>
              <a:rPr sz="1000">
                <a:solidFill>
                  <a:srgbClr val="3D3D3D"/>
                </a:solidFill>
                <a:latin typeface="Calibri"/>
              </a:rPr>
              <a:t>Generates dense semantic vector embeddings locally via Ollama with zero external inference API calls.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On-Premise pgvector Database: </a:t>
            </a:r>
            <a:r>
              <a:rPr sz="1000">
                <a:solidFill>
                  <a:srgbClr val="3D3D3D"/>
                </a:solidFill>
                <a:latin typeface="Calibri"/>
              </a:rPr>
              <a:t>Stores text chunks and vector embeddings inside a private PostgreSQL instance with full-text tsvector indexing.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In-Process Neural Reranker: </a:t>
            </a:r>
            <a:r>
              <a:rPr sz="1000">
                <a:solidFill>
                  <a:srgbClr val="3D3D3D"/>
                </a:solidFill>
                <a:latin typeface="Calibri"/>
              </a:rPr>
              <a:t>FlashRank cross-encoder reranks retrieved chunks in-memory on CPU without network overhead or external services.</a:t>
            </a:r>
          </a:p>
        </p:txBody>
      </p:sp>
      <p:pic>
        <p:nvPicPr>
          <p:cNvPr id="4" name="Picture 3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31520"/>
            <a:ext cx="3840480" cy="37490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Workspace Running on Local Intranet</a:t>
            </a:r>
          </a:p>
        </p:txBody>
      </p:sp>
      <p:pic>
        <p:nvPicPr>
          <p:cNvPr id="4" name="Picture 3" descr="doc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75488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280160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96128" y="1353312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Local Document Vault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Employees upload documents stored directly on local private disks, isolated from the public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084831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2157984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Real-Time Local Streaming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Responses stream word-by-word with immediate feedback directly from the local Ollama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889503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2962656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Verifiable Local Citations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Every response features clickable source pills mapping directly to local file chunks and version 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694176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3767328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Air-Gapped Anti-Hallucination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Strict grounding prompts enforce that unstated company policies are refused rather than fabricated.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RAG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Fully Local Enterprise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Hybrid Search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Dense vector cosine similarity (&lt;=&gt;) combined with on-premise PostgreSQL tsvector lexical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In-Process Cross-Encoder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Local FlashRank neural reranking filters top-30 chunks to extract top-10 high-precision passages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Ollama Generation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Qwen 3: 8B generates grounded responses directly on private hardware with zero external API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Multi-Format Parsing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Native in-memory text extraction for PDF, DOCX, XLSX, PPTX, and Markdown on private disk.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Deterministic Citations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Exact chunk indices and document version hashes embedded in metadata for compliance auditability.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Air-Gapped Data Residency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Complete operational capability without internet access, satisfying strict regulatory mandates.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AIR-GAPPED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On-Premise Air-Gapped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046720" cy="3337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Local Ingestion &amp; Query Resolution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Local Ingest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Document stored on private storage; SHA-256 hash computed locally to prevent duplicate embedding.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1952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75104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Local Chunk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1500-char paragraph chunker splits text while preserving complete policy clauses and bullet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Local Embed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Ollama nomic-embed-text generates 768d vectors on local compute and writes to local pgvector.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Local Search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Dense vector cosine similarity and full-text tsvector match top-30 candidates on local SSD.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5. Local Rerank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FlashRank TinyBERT cross-encoder reranks top-30 chunks to extract top-10 relevant passages on CPU.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6. Local Stream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Ollama Qwen 3: 8B generates grounded answer streamed via SSE with local citation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Tangible Business Value of Fully Local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$0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Monthly API Billing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Zero recurring token subscription fees, shielding enterprise budgets from fluctuating cloud AI pricing.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Data Sovereignty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Guarantees complete compliance with strict internal IP policies, defense standards, and privacy mandates.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Strict local document grounding eliminates employee confusion caused by hallucinated HR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0 B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External Data Egress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Zero bytes leave the private enterprise network, guaranteeing total confidentiality.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AIR-GAPPED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Air-Gapped Security Controls &amp; Enterprise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100% Private Vector Store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Embeddings and document text reside inside private on-premise PostgreSQL tables, completely isolated from multi-tenant cloud AI systems or external training scrapers.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Cryptographic JWT Authentication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Secure user sessions authenticated via cryptographically signed JWT tokens with bcrypt password hashing and 32-character minimum secret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Prompt Injection Neutralization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Local prompt shields instruct the LLM to treat document content strictly as untrusted data, preventing adversarial jailbreaks embedded in user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Zero Telemetry &amp; External Logging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The entire stack is configured with zero external telemetry, zero ping-backs, and zero data capture, guaranteeing complete organizational privacy.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Operational Paradigm Shift: Cloud AI vs 100% Local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A7A7A"/>
                </a:solidFill>
                <a:latin typeface="Calibri"/>
              </a:rPr>
              <a:t>TRADITIONAL / CLOUD AI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Confidential documents uploaded to third-party cloud APIs.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Monthly recurring per-token subscription and usage bills.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Public models hallucinating non-existent enterprise rules.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Zero traceability or verified document paragraph citations.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Vulnerable to external vendor service outages and API deprecations.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3017520"/>
          </a:xfrm>
          <a:prstGeom prst="roundRect">
            <a:avLst/>
          </a:prstGeom>
          <a:solidFill>
            <a:srgbClr val="FEF2F2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E2124"/>
                </a:solidFill>
                <a:latin typeface="Calibri"/>
              </a:rPr>
              <a:t>SIPRAHUB 100% LOCAL RAG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100% Air-gapped on-premise execution with zero data egress.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Zero token billing; runs on owned private hardware.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Strict anti-hallucination prompts; unstated rules refused.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Deterministic clickable citations with chunk-level auditability.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Autonomous, resilient, and immune to internet or cloud outages.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Value Delivered by Fully Local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Absolute Data Sovereignty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Eliminates legal and compliance barriers by guaranteeing company IP never leaves private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Predictable TCO &amp; Zero API Fees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One-time hardware deployment cost with zero recurring SaaS subscriptions or per-query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Auditable Fact Grounding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Every answer cites exact document titles, version hashes, and chunk IDs for verifiable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Multi-Format Parsing on Disk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Direct local ingestion of Word, PDF, Excel, and Markdown files without cloud document converters.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Paragraph-Aware Chunking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1500-character sliding window with paragraph preservation ensures complete policy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Self-Contained Local UI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Responsive React 18 interface with real-time SSE streaming running entirely on the company intranet.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ON-PREMISE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On-Premise Enterprise Scaling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1 (Q1)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On-Premise RBAC &amp; Auth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Document-level Role-Based Access Control (RBAC).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Active Directory / LDAP enterprise SSO.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Departmental workspace isolation on private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2 (Q2)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Local OCR &amp; Multi-Hop Agents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PaddleOCR pipeline for scanned physical documents.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multi-hop reasoning agents for complex QA.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visual analysis for diagrams and blueprints.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3 (Q3)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Dedicated GPU Acceleration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Dedicated on-premise RTX/A-series GPU provisioning.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Sub-10-second end-to-end local generation.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Automated continuous evaluation CI/CD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Fully Local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Frontend UI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React 18, TypeScript, Vite, Tailwind CSS, Lucide Icons, EventSource SSE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API &amp; Router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FastAPI (Python 3.12), Pydantic v2, SQLAlchemy 2.0 (asyncpg), Uvicorn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Vector Database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On-premise PostgreSQL + pgvector, 768-dim vector index, tsvector full-text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Reranker Engine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FlashRank (ms-marco-TinyBERT-L-2-v2), Reciprocal Rank Fusion running on CPU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LLM Inference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Ollama running Qwen 3: 8B entirely on-premise with zero external network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Local Ingestion &amp; Storage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pypdf, python-docx, openpyxl, python-pptx, on-premise file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8046720" cy="379476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Complete Data Sovereignty. Total Privacy. Zero Cloud Dependency.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SipraHub Fully Local RAG empowers enterprises to harness conversational intelligence with complete confidence that proprietary documents never leave private infrastructure.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- 100% Air-Gapped Operation: Zero network egress to third-party public AI providers.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Zero API Cost Vulnerability: Eliminates recurring token billing by executing on owned hardware.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Verifiable Source Citations: Every answer is tied to exact local document chunks and version hashes.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Enterprise-Grade Compliance: Built for defense, financial, and healthcare data residency mandates.</a:t>
            </a:r>
          </a:p>
          <a:p>
            <a:pPr>
              <a:spcBef>
                <a:spcPts val="2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SipraHub  |  AI-Driven Digital Transformation  |  </a:t>
            </a:r>
            <a:r>
              <a:rPr sz="1100" b="1">
                <a:solidFill>
                  <a:srgbClr val="CE2124"/>
                </a:solidFill>
                <a:latin typeface="Calibri"/>
              </a:rPr>
              <a:t>www.siprahub.com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